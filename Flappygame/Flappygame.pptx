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F509-0E30-4EB7-A71A-A679B5B7DD8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76606-A513-4D72-B72C-94BEFD00C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35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F509-0E30-4EB7-A71A-A679B5B7DD8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76606-A513-4D72-B72C-94BEFD00C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67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F509-0E30-4EB7-A71A-A679B5B7DD8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76606-A513-4D72-B72C-94BEFD00C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19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F509-0E30-4EB7-A71A-A679B5B7DD8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76606-A513-4D72-B72C-94BEFD00C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90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F509-0E30-4EB7-A71A-A679B5B7DD8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76606-A513-4D72-B72C-94BEFD00C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658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F509-0E30-4EB7-A71A-A679B5B7DD8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76606-A513-4D72-B72C-94BEFD00C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98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F509-0E30-4EB7-A71A-A679B5B7DD8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76606-A513-4D72-B72C-94BEFD00C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48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F509-0E30-4EB7-A71A-A679B5B7DD8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76606-A513-4D72-B72C-94BEFD00C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04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F509-0E30-4EB7-A71A-A679B5B7DD8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76606-A513-4D72-B72C-94BEFD00C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739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F509-0E30-4EB7-A71A-A679B5B7DD8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76606-A513-4D72-B72C-94BEFD00C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049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F509-0E30-4EB7-A71A-A679B5B7DD8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76606-A513-4D72-B72C-94BEFD00CD5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3865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F509-0E30-4EB7-A71A-A679B5B7DD8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76606-A513-4D72-B72C-94BEFD00C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35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F509-0E30-4EB7-A71A-A679B5B7DD8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76606-A513-4D72-B72C-94BEFD00CD5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7671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F509-0E30-4EB7-A71A-A679B5B7DD8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76606-A513-4D72-B72C-94BEFD00C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255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F509-0E30-4EB7-A71A-A679B5B7DD8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76606-A513-4D72-B72C-94BEFD00C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82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F509-0E30-4EB7-A71A-A679B5B7DD8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76606-A513-4D72-B72C-94BEFD00C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38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3F509-0E30-4EB7-A71A-A679B5B7DD8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4076606-A513-4D72-B72C-94BEFD00C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25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E6F6D-D14C-40EC-A1C9-6B0638DAB9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br>
              <a:rPr lang="en-US" dirty="0">
                <a:solidFill>
                  <a:schemeClr val="accent5">
                    <a:lumMod val="50000"/>
                  </a:schemeClr>
                </a:solidFill>
                <a:latin typeface="Script MT Bold" panose="03040602040607080904" pitchFamily="66" charset="0"/>
              </a:rPr>
            </a:br>
            <a:br>
              <a:rPr lang="en-US" dirty="0">
                <a:solidFill>
                  <a:schemeClr val="accent5">
                    <a:lumMod val="50000"/>
                  </a:schemeClr>
                </a:solidFill>
                <a:latin typeface="Script MT Bold" panose="03040602040607080904" pitchFamily="66" charset="0"/>
              </a:rPr>
            </a:b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Script MT Bold" panose="03040602040607080904" pitchFamily="66" charset="0"/>
              </a:rPr>
              <a:t>Flappy Bird Game</a:t>
            </a:r>
            <a:br>
              <a:rPr lang="en-US" dirty="0">
                <a:solidFill>
                  <a:schemeClr val="accent5">
                    <a:lumMod val="50000"/>
                  </a:schemeClr>
                </a:solidFill>
                <a:latin typeface="Script MT Bold" panose="03040602040607080904" pitchFamily="66" charset="0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(using Python and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pygame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)</a:t>
            </a:r>
            <a:br>
              <a:rPr lang="en-US" dirty="0">
                <a:solidFill>
                  <a:schemeClr val="accent5">
                    <a:lumMod val="50000"/>
                  </a:schemeClr>
                </a:solidFill>
                <a:latin typeface="Script MT Bold" panose="03040602040607080904" pitchFamily="66" charset="0"/>
              </a:rPr>
            </a:br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Script MT Bold" panose="03040602040607080904" pitchFamily="66" charset="0"/>
              </a:rPr>
              <a:t>Presented by:</a:t>
            </a:r>
          </a:p>
        </p:txBody>
      </p:sp>
      <p:sp>
        <p:nvSpPr>
          <p:cNvPr id="4" name="AutoShape 2" descr="Flappy Bird Game | PPTX">
            <a:extLst>
              <a:ext uri="{FF2B5EF4-FFF2-40B4-BE49-F238E27FC236}">
                <a16:creationId xmlns:a16="http://schemas.microsoft.com/office/drawing/2014/main" id="{754A62CF-7134-4901-80AB-821C1DC98AC6}"/>
              </a:ext>
            </a:extLst>
          </p:cNvPr>
          <p:cNvSpPr>
            <a:spLocks noGrp="1" noChangeAspect="1" noChangeArrowheads="1"/>
          </p:cNvSpPr>
          <p:nvPr>
            <p:ph type="subTitle" idx="1"/>
          </p:nvPr>
        </p:nvSpPr>
        <p:spPr bwMode="auto">
          <a:xfrm>
            <a:off x="923971" y="4235401"/>
            <a:ext cx="7766936" cy="1096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cript MT Bold" panose="03040602040607080904" pitchFamily="66" charset="0"/>
              </a:rPr>
              <a:t>Sana Arshad(2025-CYS-140)</a:t>
            </a:r>
          </a:p>
          <a:p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Script MT Bold" panose="03040602040607080904" pitchFamily="66" charset="0"/>
              </a:rPr>
              <a:t>Taliha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cript MT Bold" panose="03040602040607080904" pitchFamily="66" charset="0"/>
              </a:rPr>
              <a:t> Tahir(2025-CYS-122)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cript MT Bold" panose="03040602040607080904" pitchFamily="66" charset="0"/>
              </a:rPr>
              <a:t>Warda Qamar(2025-CYS-139)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BE47D2-AF5C-4A9F-94CF-5B6609966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97" y="3685998"/>
            <a:ext cx="2990694" cy="224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261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BC147-0D2E-471C-A511-C46102C8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cript MT Bold" panose="03040602040607080904" pitchFamily="66" charset="0"/>
              </a:rPr>
              <a:t>Introduction</a:t>
            </a:r>
            <a:br>
              <a:rPr lang="en-US" sz="6000" dirty="0">
                <a:solidFill>
                  <a:schemeClr val="accent5">
                    <a:lumMod val="50000"/>
                  </a:schemeClr>
                </a:solidFill>
                <a:latin typeface="Script MT Bold" panose="03040602040607080904" pitchFamily="66" charset="0"/>
              </a:rPr>
            </a:br>
            <a:endParaRPr lang="en-US" sz="6000" dirty="0">
              <a:solidFill>
                <a:schemeClr val="accent5">
                  <a:lumMod val="50000"/>
                </a:schemeClr>
              </a:solidFill>
              <a:latin typeface="Script MT Bold" panose="030406020406070809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3A338-0899-4F98-8875-4D170BB22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Flappy Bird is a simple yet popular 2D arcade game.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It helps understand core programming concepts. Flappy Bird is a popular side-scrolling mobile game.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Gameplay is simple yet addictive.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Player controls a bird to navigate through green pipes with gaps.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Bird moves by tapping the screen or pressing a key.</a:t>
            </a:r>
          </a:p>
        </p:txBody>
      </p:sp>
    </p:spTree>
    <p:extLst>
      <p:ext uri="{BB962C8B-B14F-4D97-AF65-F5344CB8AC3E}">
        <p14:creationId xmlns:p14="http://schemas.microsoft.com/office/powerpoint/2010/main" val="3299196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0E5C3-F51A-45C1-8A8E-4537D1C27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cript MT Bold" panose="03040602040607080904" pitchFamily="66" charset="0"/>
              </a:rPr>
              <a:t>Project Objective</a:t>
            </a:r>
            <a:br>
              <a:rPr lang="en-US" sz="6000" dirty="0">
                <a:latin typeface="Script MT Bold" panose="03040602040607080904" pitchFamily="66" charset="0"/>
              </a:rPr>
            </a:br>
            <a:endParaRPr lang="en-US" sz="6000" dirty="0">
              <a:latin typeface="Script MT Bold" panose="030406020406070809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981AD-21CE-459F-B1EF-77DD82917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Implement Flappy Bird game on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PiTFT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 screen.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Create user-friendly interfaces for easy understanding of game.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Allow users to choose playing modes and background settings.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Control the bird using touchscreen or keyboard buttons.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Include a scoreboard to track previous scores/history.</a:t>
            </a:r>
          </a:p>
        </p:txBody>
      </p:sp>
    </p:spTree>
    <p:extLst>
      <p:ext uri="{BB962C8B-B14F-4D97-AF65-F5344CB8AC3E}">
        <p14:creationId xmlns:p14="http://schemas.microsoft.com/office/powerpoint/2010/main" val="500526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751B-5A70-4D01-B1D2-732973CD2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5">
                    <a:lumMod val="50000"/>
                  </a:schemeClr>
                </a:solidFill>
                <a:latin typeface="Script MT Bold" panose="03040602040607080904" pitchFamily="66" charset="0"/>
              </a:rPr>
              <a:t>Programming Concepts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36F70-B646-4301-85F4-21BEC1911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Variable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Loops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Conditions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Functions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Classes &amp; Objects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Event Handling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Collision detection &amp; Logic</a:t>
            </a:r>
          </a:p>
        </p:txBody>
      </p:sp>
    </p:spTree>
    <p:extLst>
      <p:ext uri="{BB962C8B-B14F-4D97-AF65-F5344CB8AC3E}">
        <p14:creationId xmlns:p14="http://schemas.microsoft.com/office/powerpoint/2010/main" val="2021752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3E7B6-680D-413A-AB2C-8394B5C8F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cript MT Bold" panose="03040602040607080904" pitchFamily="66" charset="0"/>
              </a:rPr>
              <a:t>Variable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2FC65-10E4-41BE-865B-11B069571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Screen Width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Screen Height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Ground Height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Gravity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Bird Position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Pip Position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Score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707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6734C-D250-4992-9A01-526A5789A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cript MT Bold" panose="03040602040607080904" pitchFamily="66" charset="0"/>
              </a:rPr>
              <a:t>Design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EAD0C-880F-4643-B810-6942BC48B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Created all static interfaces and buttons first.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Developed single-player mode: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Pipe and background movement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Bird falling/jumping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Score and life tracking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Sound effects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Created backend JSON file to read/write new records.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Developed dual-player mode based on single-player mode.</a:t>
            </a:r>
          </a:p>
        </p:txBody>
      </p:sp>
    </p:spTree>
    <p:extLst>
      <p:ext uri="{BB962C8B-B14F-4D97-AF65-F5344CB8AC3E}">
        <p14:creationId xmlns:p14="http://schemas.microsoft.com/office/powerpoint/2010/main" val="3494143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93D99-F91C-4808-BC25-4FD3E79BC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cript MT Bold" panose="03040602040607080904" pitchFamily="66" charset="0"/>
              </a:rPr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DDFF3-D4CB-48C1-B7C3-958C33A5C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Tested overall game structure by navigating each interface.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Verified that bird movements are smooth and responsive.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Checked score and life updates correctly during gameplay.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Ensured collision detection works properly (bird vs pipes/ground).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cript MT Bold" panose="03040602040607080904" pitchFamily="66" charset="0"/>
              </a:rPr>
              <a:t>Ensured all sounds play correctly at right events.</a:t>
            </a:r>
          </a:p>
        </p:txBody>
      </p:sp>
    </p:spTree>
    <p:extLst>
      <p:ext uri="{BB962C8B-B14F-4D97-AF65-F5344CB8AC3E}">
        <p14:creationId xmlns:p14="http://schemas.microsoft.com/office/powerpoint/2010/main" val="3517923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9D9C2-FB1E-4573-BE0F-FD357F8FF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cript MT Bold" panose="03040602040607080904" pitchFamily="66" charset="0"/>
              </a:rPr>
              <a:t>Drawings</a:t>
            </a:r>
          </a:p>
        </p:txBody>
      </p:sp>
      <p:pic>
        <p:nvPicPr>
          <p:cNvPr id="8194" name="Picture 2" descr="Flappy Bird for Android - Download the APK from Uptodown">
            <a:extLst>
              <a:ext uri="{FF2B5EF4-FFF2-40B4-BE49-F238E27FC236}">
                <a16:creationId xmlns:a16="http://schemas.microsoft.com/office/drawing/2014/main" id="{E8EAAE7B-85C1-470B-8212-2C4B018D79B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3429000"/>
            <a:ext cx="2173604" cy="302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968F08-71D8-4D1D-85F1-5D84F75B7A3F}"/>
              </a:ext>
            </a:extLst>
          </p:cNvPr>
          <p:cNvSpPr txBox="1"/>
          <p:nvPr/>
        </p:nvSpPr>
        <p:spPr>
          <a:xfrm>
            <a:off x="677334" y="2736135"/>
            <a:ext cx="8596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Script MT Bold" panose="03040602040607080904" pitchFamily="66" charset="0"/>
              </a:rPr>
              <a:t>     Start Screen                     Game Play                   Game Over</a:t>
            </a:r>
          </a:p>
        </p:txBody>
      </p:sp>
      <p:pic>
        <p:nvPicPr>
          <p:cNvPr id="8196" name="Picture 4" descr="Play The Viral Game Flappy Bird Offline Using Google Chrome Extensions">
            <a:extLst>
              <a:ext uri="{FF2B5EF4-FFF2-40B4-BE49-F238E27FC236}">
                <a16:creationId xmlns:a16="http://schemas.microsoft.com/office/drawing/2014/main" id="{2184C3C0-4C7A-48A0-9D59-FD185CFA38E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745" y="3429000"/>
            <a:ext cx="2596777" cy="302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Flappy Bird is being pulled down by owner in under 7 hours (update) -  Techzim">
            <a:extLst>
              <a:ext uri="{FF2B5EF4-FFF2-40B4-BE49-F238E27FC236}">
                <a16:creationId xmlns:a16="http://schemas.microsoft.com/office/drawing/2014/main" id="{F658C9C6-DA7E-4DF5-8871-65ECE1055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6681" y="3429000"/>
            <a:ext cx="2758867" cy="3023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748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1A5C2-22F1-4298-AF73-AD9DC7FB1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accent5">
                    <a:lumMod val="50000"/>
                  </a:schemeClr>
                </a:solidFill>
                <a:latin typeface="Script MT Bold" panose="03040602040607080904" pitchFamily="66" charset="0"/>
              </a:rPr>
              <a:t>Gameplay in Action</a:t>
            </a:r>
          </a:p>
        </p:txBody>
      </p:sp>
      <p:pic>
        <p:nvPicPr>
          <p:cNvPr id="5122" name="Picture 2" descr="Flappy Bird in HTML5 and WebGL - Showcase - PlayCanvas Discussion">
            <a:extLst>
              <a:ext uri="{FF2B5EF4-FFF2-40B4-BE49-F238E27FC236}">
                <a16:creationId xmlns:a16="http://schemas.microsoft.com/office/drawing/2014/main" id="{9654B579-18F6-433B-94A2-F37562D08EEF}"/>
              </a:ext>
            </a:extLst>
          </p:cNvPr>
          <p:cNvPicPr>
            <a:picLocks noGrp="1" noChangeAspect="1" noChangeArrowheads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983" y="2160588"/>
            <a:ext cx="7856020" cy="38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0429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9C3B9-73D6-4403-B1E4-91E05770C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334" y="3010136"/>
            <a:ext cx="2990695" cy="224302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cript MT Bold" panose="03040602040607080904" pitchFamily="66" charset="0"/>
              </a:rPr>
              <a:t>              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12879F-7254-42E8-864F-1799EBBF6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336" y="3010138"/>
            <a:ext cx="2990694" cy="2243020"/>
          </a:xfrm>
          <a:prstGeom prst="rect">
            <a:avLst/>
          </a:prstGeom>
        </p:spPr>
      </p:pic>
      <p:sp>
        <p:nvSpPr>
          <p:cNvPr id="5" name="Thought Bubble: Cloud 4">
            <a:extLst>
              <a:ext uri="{FF2B5EF4-FFF2-40B4-BE49-F238E27FC236}">
                <a16:creationId xmlns:a16="http://schemas.microsoft.com/office/drawing/2014/main" id="{66BB9238-C45B-41A2-A138-05494CBFE627}"/>
              </a:ext>
            </a:extLst>
          </p:cNvPr>
          <p:cNvSpPr/>
          <p:nvPr/>
        </p:nvSpPr>
        <p:spPr>
          <a:xfrm>
            <a:off x="3428202" y="959081"/>
            <a:ext cx="2787068" cy="2243020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accent5">
                    <a:lumMod val="50000"/>
                  </a:schemeClr>
                </a:solidFill>
                <a:latin typeface="Script MT Bold" panose="03040602040607080904" pitchFamily="66" charset="0"/>
              </a:rPr>
              <a:t>Thank You</a:t>
            </a:r>
            <a:endParaRPr lang="en-US" sz="4800" dirty="0">
              <a:latin typeface="Script MT Bold" panose="030406020406070809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5288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75</TotalTime>
  <Words>278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Script MT Bold</vt:lpstr>
      <vt:lpstr>Trebuchet MS</vt:lpstr>
      <vt:lpstr>Wingdings 3</vt:lpstr>
      <vt:lpstr>Facet</vt:lpstr>
      <vt:lpstr>  Flappy Bird Game (using Python and pygame) Presented by:</vt:lpstr>
      <vt:lpstr>Introduction </vt:lpstr>
      <vt:lpstr>Project Objective </vt:lpstr>
      <vt:lpstr>Programming Concepts Used</vt:lpstr>
      <vt:lpstr>Variable used</vt:lpstr>
      <vt:lpstr>Design </vt:lpstr>
      <vt:lpstr>Testing</vt:lpstr>
      <vt:lpstr>Drawings</vt:lpstr>
      <vt:lpstr>Gameplay in Action</vt:lpstr>
      <vt:lpstr>           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Flappy Bird Game (using Python and pygame)</dc:title>
  <dc:creator>DELL</dc:creator>
  <cp:lastModifiedBy>DELL</cp:lastModifiedBy>
  <cp:revision>9</cp:revision>
  <dcterms:created xsi:type="dcterms:W3CDTF">2026-01-04T08:48:21Z</dcterms:created>
  <dcterms:modified xsi:type="dcterms:W3CDTF">2026-01-04T10:04:19Z</dcterms:modified>
</cp:coreProperties>
</file>